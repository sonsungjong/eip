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0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265176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72C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[9과목]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 개발 보안 구축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정보처리기사 핵심 정리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749808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 보안의 3대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Secure SDLC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444752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144475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DoS &amp; DDoS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공격</a:t>
            </a: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792224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79222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179222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웹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애플리케이션</a:t>
            </a: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139696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13969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139696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기타 보안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공격</a:t>
            </a: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487168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48716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487168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악성</a:t>
            </a: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프로그램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283464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피싱</a:t>
            </a: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182112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18211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18211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서버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접근</a:t>
            </a: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통제</a:t>
            </a: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(DAC, MAC, RBAC)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529584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52958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35295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인증</a:t>
            </a: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3877056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7200" y="387705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3877056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암호화</a:t>
            </a: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4224528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7200" y="422452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4224528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보안</a:t>
            </a: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15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솔루션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457200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  정보 보안의 3대 요소 (CIA Triad)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9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암기: 기·무·가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723101"/>
              </p:ext>
            </p:extLst>
          </p:nvPr>
        </p:nvGraphicFramePr>
        <p:xfrm>
          <a:off x="457200" y="1150620"/>
          <a:ext cx="8229600" cy="15849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보안 기술 예시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기밀성 (Confidentiality)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인가된 사용자만 정보 자산에 접근할 수 있음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방화벽, 암호화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무결성 (Integrity)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인가된 사용자만 정보를 수정할 수 있으며, 전송 중 변조되지 않았음을 보장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해시 함수, 디지털 서명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가용성 (Availability)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인가된 사용자는 언제든지 정보에 접근하여 사용할 수 있음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 백업, 이중화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00400"/>
            <a:ext cx="8229600" cy="1645920"/>
          </a:xfrm>
          <a:prstGeom prst="roundRect">
            <a:avLst>
              <a:gd name="adj" fmla="val 32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94360" y="344859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ISMS (Information Security Management System) ★2026년 1회차★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3873136"/>
            <a:ext cx="7955280" cy="881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조직의 정보 자산을 보호하기 위해 관리적, 기술적, 물리적 보호 대책을 체계적으로 수립하고 운영하는 정보보호 관리체계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빈칸형 핵심: "정보보호 관리체계"의 영문 약자는 ISMS입니다.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  Secure SDLC (안전한 소프트웨어 개발 생명주기)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1031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방법론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핵심 키워드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Seven Touchpoints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개발자 중심, 7가지 보안 활동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SDLC 각 단계에 7가지 보안 강화 활동을 개발자에게 집중 관리하도록 요구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MS SDL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마이크로소프트, 자체 방법론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마이크로소프트사에서 자체 수립한 안전한 소프트웨어 개발 방법론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CLASP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활동 중심, 역할 기반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프로젝트 관리자, 설계자, 개발자 등 각 역할별로 보안 활동을 정의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3161210"/>
            <a:ext cx="8229600" cy="1685109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3147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구분 포인트 (암기)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47472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Seven Touchpoints = "개발자"가 보안을 책임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CLASP = "역할별"로 보안 활동을 분담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MS SDL = 마이크로소프트 자체 방법론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  DoS &amp; DDoS 공격 기법 (상세)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2103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공격 기법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Ping of Death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정상 크기보다 아주 큰 ICMP 패킷을 보내어 네트워크를 마비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Smurfing (스머핑)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IP/ICMP 특성을 악용하여 브로드캐스트 주소로 대량 데이터를 보내 네트워크 마비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SYN Flooding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TCP 3-Way Handshake 취약점을 이용. 대량의 SYN 패킷으로 서버의 대기 큐를 가득 채움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TearDrop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 패킷의 Fragment Offset 값을 조작하여 재조립 시 오류·과부하 유발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Land Attack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출발지 IP와 목적지 IP를 동일하게 설정하여 자기 자신에게 응답하게 하여 무한 루프 유발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135086"/>
            <a:ext cx="8229600" cy="1711234"/>
          </a:xfrm>
          <a:prstGeom prst="roundRect">
            <a:avLst>
              <a:gd name="adj" fmla="val 381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3"/>
          <p:cNvSpPr/>
          <p:nvPr/>
        </p:nvSpPr>
        <p:spPr>
          <a:xfrm>
            <a:off x="594360" y="3291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DDoS (Distributed DoS) + 관련 용어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38328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DDoS: 여러 대의 분산된 공격자(좀비PC)를 이용하여 동시에 DoS 공격 수행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봇넷 (Botnet): 악성 코드에 감염되어 원격 조종이 가능한 좀비PC들의 네트워크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좀비PC: 봇넷에 포함되어 공격자의 명령을 수행하는 감염된 컴퓨터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C&amp;C 서버: 봇넷을 제어하는 명령·제어(Command &amp; Control) 서버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  웹 애플리케이션 공격 (SQL Injection, XSS, CSRF)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1828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공격 기법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SQL Injection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 폼에 악의적인 SQL 구문을 삽입하여 DB를 비정상적으로 조작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XSS (Cross-Site Scripting)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게시판 등에 악성 스크립트를 삽입하여 사용자 정보(쿠키, 세션 등) 탈취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CSRF (Cross-Site Request Forgery)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사용자의 의지와 무관하게 공격자가 의도한 위조 요청을 보내게 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76302"/>
            <a:ext cx="8229600" cy="1770017"/>
          </a:xfrm>
          <a:prstGeom prst="roundRect">
            <a:avLst>
              <a:gd name="adj" fmla="val 3478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259183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시큐어 코딩 대응 방안 (암기)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594360" y="320040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SQL Injection: 입력값 검증, PreparedStatement, 특수문자 필터링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XSS: 입력값 검증, HTML 인코딩, CSP(Content Security Policy) 적용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CSRF: CSRF 토큰 사용, Referer 검증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  기타 보안 공격 기법 + 심볼릭 링크 공격 ★2026년 1회차★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공격 기법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스니핑 (Sniffing)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네트워크 상에서 전송되는 패킷을 몰래 엿보는 수동적 공격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스푸핑 (Spoofing)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 주소, MAC 주소, 이메일 등 출처를 위조하여 속이는 공격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세션 하이재킹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인증이 완료된 사용자의 세션을 가로채 정상 사용자로 위장하는 공격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버퍼 오버플로우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메모리 버퍼의 크기를 초과하는 데이터를 입력하여 인접 메모리를 덮어쓰는 공격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포맷 스트링 공격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printf() 등의 함수에서 포맷 스트링을 악용하여 메모리를 읽거나 쓰는 공격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레이스 컨디션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다수의 프로세스가 동시에 같은 자원에 접근할 때 실행 순서에 따라 비정상적 결과 발생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백도어 (Backdoor)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시스템에 비인가된 접근 경로를 만들어 두는 것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사회공학 (Social Engineering)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사람의 심리적 취약점을 이용하여 비밀 정보를 취득하는 비기술적 공격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832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474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심볼릭 링크 공격 (Symbolic Link Attack) ★2026년 1회차★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379476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하드링크 vs 심볼릭링크(소프트링크)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하드링크: 같은 파일 데이터를 가리키는 또 다른 파일명 (원본과 같은 inode 공유)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심볼릭링크: 원본 파일의 경로를 가리키는 특수 파일 (Windows 바로가기와 유사)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공격 방식: 공격자가 심볼릭 링크를 미리 만들어 두고, 프로그램이 임시 파일을 생성/검사하는 순간 그 링크를 이용해 민감한 파일을 읽거나 덮어쓰게 함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  악성 프로그램 (Malware) + Zero Day Attack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종류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웜 (Worm)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스스로 복제하여 네트워크를 통해 전파. 자기 복제 O, 숙주 불필요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트로이목마 (Trojan Horse)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정상 프로그램으로 위장하여 설치된 후 악의적 기능을 수행. 자기 복제 X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랜섬웨어 (Ransomware)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파일을 암호화한 뒤 해독 키를 빌미로 금전을 요구하는 악성 프로그램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키로거 (Key Logger)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사용자의 키보드 입력을 몰래 기록하여 비밀번호 등을 탈취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루트킷 (Rootkit)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시스템에 침입한 후 자신의 존재를 은폐하는 도구 모음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애드웨어 (Adware)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 동의 없이 광고를 강제로 표시하는 프로그램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스파이웨어 (Spyware)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사용자의 동의 없이 개인 정보를 수집하여 외부로 전송하는 프로그램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661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657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제로 데이 공격 (Zero Day Attack)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402336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보안 취약점이 발견되었을 때 패치가 배포되기 전에 해당 취약점을 이용하여 이루어지는 공격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  피싱 변형 + APT, Watering Hole, Drive-by Download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41148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용어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피싱 (Phishing)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금융기관 등을 사칭한 이메일/사이트로 유도하여 개인 정보를 탈취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스피어 피싱 (Spear Phishing)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특정 개인/조직을 대상으로 한 맞춤형 피싱 공격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스미싱 (Smishing)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SMS + Phishing. 문자 메시지를 이용한 피싱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파밍 (Pharming)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DNS를 변조하여 정상 사이트로 접속해도 가짜 사이트로 연결되게 하는 공격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큐싱 (Qshing)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QR코드 + Phishing. 악성 QR코드를 이용한 피싱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APT (Advanced Persistent Threat)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특정 타깃을 대상으로 장기간에 걸쳐 지속적으로 다양한 공격을 수행하는 지능형 위협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워터링 홀 (Watering Hole)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타깃이 자주 방문하는 웹사이트를 감염시켜 악성 코드를 유포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드라이브 바이 다운로드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웹 페이지 방문만으로 사용자 모르게 악성 코드가 자동 다운로드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  서버 접근 통제 (Access Control)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21031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DAC (임의 접근 통제)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사용자의 신원(Identity)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 소유자가 권한을 지정. 가장 유연함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 (강제 접근 통제)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보안 등급(Label)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시스템/관리자가 권한을 지정. 군사/정부 시스템에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RBAC (역할 기반 접근 통제)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사용자의 역할(Role)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인사 이동이 잦은 조직에 적합. 가장 널리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10896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200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암기 포인트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56616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DAC: 소유자 중심 (가장 유연, 보안 약함)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MAC: 관리자/시스템 중심 (가장 강력, 유연성 낮음)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RBAC: 역할 중심 (실무에서 가장 많이 사용, 인사 이동 시 편리)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  인증 기술 (유형 + SSO, OAuth, Kerberos, MFA)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16459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유형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지식 기반 (Something You Know)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사용자가 알고 있는 것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비밀번호, PIN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소유 기반 (Something You Have)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사용자가 가지고 있는 것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OTP 토큰, 스마트카드, 휴대폰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생체 기반 (Something You Are)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사용자의 생체 정보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지문, 홍채, 얼굴 인식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행위 기반 (Something You Do)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사용자의 행동 패턴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서명, 타이핑 패턴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주요 인증 기술 + MFA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21031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SSO (Single Sign-On)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 번의 인증으로 여러 시스템/서비스에 접근할 수 있는 기술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OAuth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제3자 애플리케이션이 사용자의 자원에 접근할 수 있도록 권한을 위임하는 개방형 표준 프로토콜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커버로스 (Kerberos)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티켓(Ticket) 기반의 네트워크 인증 프로토콜. 대칭키 암호화 사용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MFA (Multi-Factor Authentication)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2가지 이상의 인증 유형을 결합하여 보안을 강화하는 방식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  암호화 기술 (Salt, Key Stretching, Digital Signature, PKI)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4114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솔트 (Salt)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해시 함수에 원본 데이터와 함께 추가하는 무작위 데이터. 동일 비밀번호도 다른 해시값 생성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키 스트레칭 (Key Stretching)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해시 함수를 여러 번 반복 적용하여 무차별 대입 공격(Brute Force)을 어렵게 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디지털 서명 (Digital Signature)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송신자의 개인키로 서명하고, 수신자가 공개키로 검증하여 무결성·인증·부인 방지를 보장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PKI (Public Key Infrastructure)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인증서의 발급·관리를 수행하는 공개키 기반구조. CA(인증기관), RA(등록기관) 등으로 구성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  보안 솔루션 (상세) - IDS vs IPS 중요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4114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솔루션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방화벽 (Firewall)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내·외부 네트워크 간 전송되는 패킷을 정책에 따라 차단/허용하는 보안 시스템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IDS (Intrusion Detection System)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네트워크/시스템의 비정상적 사용 및 오용을 탐지(감시)하는 시스템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IPS (Intrusion Prevention System)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비정상적 트래픽을 탐지하고 자동으로 차단까지 수행 (IDS + 차단)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WAF (Web Application Firewall)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웹 애플리케이션 보안에 특화된 방화벽. SQL Injection, XSS 등을 차단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VPN (Virtual Private Network)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공중 네트워크를 통해 암호화된 가상의 사설 통신망을 구축하는 기술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NAC (Network Access Control)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네트워크에 접근하는 단말기의 보안 상태를 검사하여 접근을 제어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DLP (Data Loss Prevention)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기업 내부의 중요 정보가 외부로 유출되는 것을 방지하는 솔루션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ESM (Enterprise Security Management)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방화벽, IDS 등 여러 보안 장비를 통합 관리하는 보안 관제 시스템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SIEM (Security Information and Event Management)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보안 로그와 이벤트를 실시간 수집·분석하여 위협을 탐지하는 시스템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DRM (Digital Rights Management)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디지털 콘텐츠의 저작권을 보호하기 위한 관리 기술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CIA 3요소: 기밀성(접근 통제), 무결성(변조 방지), 가용성(서비스 보장) - 기·무·가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ISMS: Information Security Management System, 정보보호 관리체계 ★2026년 1회차★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35024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335024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접근 통제: DAC(신원/소유자), MAC(등급/관리자), RBAC(역할) - 가장 널리 사용은 RBAC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DoS 공격: Ping of Death(큰 패킷), Smurfing(브로드캐스트), SYN Flooding(3-Way Handshake), TearDrop, Land Attack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195681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웹 공격 3대장: SQL Injection, XSS, CSRF + 대응 방안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67712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26771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6. 심볼릭 링크 공격: 원본 경로를 참조하는 특수 파일을 이용해 임시 파일 처리 시점을 악용 ★2026년 1회차★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57860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7. 악성 프로그램: 웜(자기복제O), 트로이목마(위장/자기복제X), 랜섬웨어(금전 요구)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89504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889504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8. 인증 유형: 지식(비밀번호), 소유(OTP), 생체(지문), 행위(서명) + MFA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20040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9. 피싱 변형: 피싱(이메일), 스피어피싱(특정 대상), 스미싱(SMS), 파밍(DNS), 큐싱(QR) + APT, Watering Hole, Drive-by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511296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51129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10. 보안 솔루션: 방화벽(차단), IDS(탐지), IPS(탐지+차단), WAF(웹 전용), VPN(암호화 터널), DLP(유출 방지), SIEM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822192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82219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11. Secure SDLC: Seven Touchpoints(개발자 중심), MS SDL(마이크로소프트), CLASP(활동 중심/역할 기반)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133088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13308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12. 디지털 서명: 개인키로 서명, 공개키로 검증 → 무결성·인증·부인 방지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443984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443984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13. 클리어링 하우스: 라이선스 발급, 결제/정산 관리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754880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02920" y="47548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14. 워터마킹=저작권자 정보, 핑거프린팅=구매자 정보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1862</Words>
  <Application>Microsoft Office PowerPoint</Application>
  <PresentationFormat>화면 슬라이드 쇼(16:9)</PresentationFormat>
  <Paragraphs>264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NanumGothic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[9과목] 소프트웨어 개발 보안 구축</dc:title>
  <dc:subject>정보처리기사 시험 대비 핵심 요약</dc:subject>
  <dc:creator>정보처리기사 핵심 정리</dc:creator>
  <cp:lastModifiedBy>성종 손</cp:lastModifiedBy>
  <cp:revision>6</cp:revision>
  <dcterms:created xsi:type="dcterms:W3CDTF">2026-06-27T21:05:29Z</dcterms:created>
  <dcterms:modified xsi:type="dcterms:W3CDTF">2026-06-27T21:09:31Z</dcterms:modified>
</cp:coreProperties>
</file>