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6C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[5과목]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24231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구현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E5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정보처리기사 핵심 정리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731520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63040" y="731520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설계 및 데이터 표준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70432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170432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구현 방법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609344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1609344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EAI 구축 유형 + ESB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048256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204825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미들웨어 유형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87168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48716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2487168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REST vs SOAP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926080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2926080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데이터 보안 (암호화 알고리즘)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364992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364992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3364992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보안 취약점 및 시큐어 코딩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803904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803904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3803904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구현 검증 (테스트 도구)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242816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4242816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63040" y="424281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오류 처리 &amp; 감시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681728"/>
            <a:ext cx="1124712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468172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63040" y="4681728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암기 포인트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설계 및 데이터 표준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송신 시스템과 수신 시스템 간의 데이터 교환을 위해 데이터 포맷, 통신 규칙, 보안 등을 정의하는 과정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포맷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2194560"/>
        </p:xfrm>
        <a:graphic>
          <a:graphicData uri="http://schemas.openxmlformats.org/drawingml/2006/table">
            <a:tbl>
              <a:tblPr/>
              <a:tblGrid>
                <a:gridCol w="2286000"/>
                <a:gridCol w="8961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포맷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JSON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속성-값 쌍(Key-Value) 형태. 가볍고 파싱이 빠름. 웹/모바일, AJAX에서 주로 사용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XML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태그(Tag)를 사용하여 데이터를 구조화. 확장성과 호환성이 좋음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YAML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사람이 읽기 쉬운 데이터 직렬화 양식. 들여쓰기로 구조 구분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CSV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쉼표(,)로 항목을 구분하는 텍스트 기반 데이터 형식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8862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명세서: 시스템 간 인터페이스 방식, 송수신 데이터 명세, 오류 처리 방안 등을 상세히 작성한 문서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구현 방법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통신을 이용한 인터페이스 구현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AJAX, JSON, XML 등의 데이터 포맷을 활용하여 송수신 처리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엔티티를 이용한 인터페이스 구현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송신 시스템의 인터페이스 테이블 → 수신 시스템의 인터페이스 테이블로 데이터 전송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1247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606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구현 시 고려사항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데이터 포맷 통일 (JSON/XML)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통신 프로토콜 및 보안 (HTTPS, IPSec, SSL/TLS)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오류 처리 및 로깅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성능 및 대용량 데이터 처리 방안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인터페이스 명세서 기반 개발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EAI 구축 유형 + ESB (암기: 포·허·메·하)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2377440"/>
        </p:xfrm>
        <a:graphic>
          <a:graphicData uri="http://schemas.openxmlformats.org/drawingml/2006/table">
            <a:tbl>
              <a:tblPr/>
              <a:tblGrid>
                <a:gridCol w="3200400"/>
                <a:gridCol w="80467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유형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Point-to-Point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가장 기본적인 방식. 시스템 간 1:1로 직접 연결. 변경·재사용 어려움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Hub &amp; Spoke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단일 접점인 허브 시스템을 통해 데이터 전송. 허브 장애 시 전체 영향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Message Bus (ESB)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미들웨어(버스)를 두어 처리. 확장성 뛰어나고 대용량 처리에 유리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Hybrid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Hub &amp; Spoke + Message Bus 혼합. 유연성 높지만 구축 비용 큼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29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ESB (Enterprise Service Bus)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미들웨어를 중심으로 각 시스템을 버스 형태로 연결하여 느슨한 결합(Loose Coupling)으로 통합.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EAI는 애플리케이션 중심, ESB는 서비스 중심의 느슨한 통합.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미들웨어 (Middleware) 유형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41148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유형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DB 미들웨어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클라이언트에서 원격 데이터베이스에 접속할 수 있게 해주는 미들웨어 (ODBC, JDBC)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RPC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원격 프로시저를 로컬 프로시저처럼 호출할 수 있게 해주는 미들웨어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MOM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메시지 기반 비동기형 미들웨어. 메시지 큐를 이용하여 메시지를 전달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TP-Monitor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항공기 예약, 은행 업무 등 온라인 트랜잭션을 처리·감시하는 미들웨어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ORB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객체 지향 미들웨어. CORBA 표준 스펙을 구현한 미들웨어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WAS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웹 환경을 구현하기 위한 미들웨어. 동적 서버 콘텐츠 수행 (Tomcat, WebLogic 등)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REST vs SOAP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4251960"/>
                <a:gridCol w="425196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비교 항목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SOAP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REST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메시지 포맷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XML만 사용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JSON, XML 등 다양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통신 방식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무겁고 복잡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가볍고 단순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표준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엄격한 표준 (WSDL, UDDI)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느슨한 가이드라인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보안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WS-Security 등 자체 표준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HTTPS 기반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특징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보안, 트랜잭션, 신뢰성 강점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HTTP 메서드(GET/POST/PUT/DELETE)로 CRUD 수행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51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RESTful API: REST 원리를 따르는 시스템의 웹 API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06-1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데이터 보안 - 네트워크 구간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760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프로토콜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계층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IPSec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3계층 (네트워크)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IP 패킷 단위로 인증, 암호화, 키 관리 수행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SSL/TLS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4~7계층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클라이언트-서버 간 안전한 통신 지원 (가장 많이 사용)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S-HTTP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애플리케이션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웹 상에서 HTTP 메시지 자체를 암호화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08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암호화 알고리즘 종류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429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대칭키 (비밀키): 같은 키 사용 → 빠름, 키 전달 어려움 (AES, SEED, ARIA)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비대칭키 (공개키): 다른 키 사용 → 느림, 키 관리 쉬움 (RSA, ECC)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단방향 (해시): 복호화 불가능 → 무결성 검증, 패스워드 저장 (SHA-256)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06-2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암호화 알고리즘 상세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대칭키 암호화 알고리즘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7607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알고리즘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키 길이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AES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128/192/256비트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미국 현행 표준 (DES 대체)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SEED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128비트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국산 암호 알고리즘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ARIA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128/192/256비트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국산, 경량 환경에 적합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3DES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112/168비트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DES를 3번 적용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69748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비대칭키 + 해시 알고리즘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11247120" cy="173736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530352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대표 알고리즘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특징 / 기반 원리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비대칭키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RSA, ECC, 디피-헬만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RSA=소인수분해, ECC=타원곡선 (모바일 적합)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해시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SHA-256, MD5, HAS-160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SHA-256=256비트 (현재 가장 널리 사용)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보안 취약점 및 시큐어 코딩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주요 보안 공격 3종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11247120" cy="1828800"/>
        </p:xfrm>
        <a:graphic>
          <a:graphicData uri="http://schemas.openxmlformats.org/drawingml/2006/table">
            <a:tbl>
              <a:tblPr/>
              <a:tblGrid>
                <a:gridCol w="2560320"/>
                <a:gridCol w="45720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대응 방안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73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SQL Injection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입력란에 악의적인 SQL 구문을 삽입하여 DB 조작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입력값 검증, PreparedStatement, 특수문자 필터링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XSS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웹 페이지에 악성 스크립트를 삽입하여 정보 탈취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입력값 검증, HTML 인코딩, CSP 적용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CSRF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사용자가 의지와 무관하게 위조 요청을 보내게 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CSRF 토큰 사용, Referer 검증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10896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시큐어 코딩 7가지 (암기: 입보시에코캡API)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입력데이터 검증 · 보안기능 · 시간및상태 · 에러처리 · 코드오류 · 캡슐화 · API오용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9319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시큐어 코딩이란 개발 과정에서 발생할 수 있는 보안 취약점을 배제하기 위한 코딩 기법입니다.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구현 검증 (테스트 자동화 도구)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41148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도구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특징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C67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xUnit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Java(JUnit), C++(CppUnit), .NET(NUnit) 등 다양한 언어 지원 단위 테스트 프레임워크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STAF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다양한 환경(분산 환경)을 지원하는 크로스 플랫폼 테스트 프레임워크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FitNesse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웹 기반 테스트 케이스 설계, 실행, 결과 확인 지원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NTAF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FitNesse + STAF의 장점을 통합한 NHN(네이버)의 테스트 자동화 프레임워크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Selenium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웹 애플리케이션 테스트를 위한 프레임워크. 다양한 브라우저 및 언어 지원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watir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1313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Ruby 언어 기반의 웹 애플리케이션 UI 테스트 자동화 도구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548640"/>
          </a:xfrm>
          <a:prstGeom prst="rect">
            <a:avLst/>
          </a:prstGeom>
          <a:solidFill>
            <a:srgbClr val="A573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오류 처리 &amp; 감시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오류 유형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송신 오류 · 수신 오류 · 연계 오류 (미들웨어/네트워크 구간)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6C6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오류 처리 방법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오류 로그 기록 (오류 코드, 메시지, 시간)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오류 알림 (이메일, SMS 등 실시간 통보)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오류 재처리 (일시적 오류 시 자동 재전송)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인터페이스 감시 (Monitoring) &amp; APM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트랜잭션 추적, 로그 분석, 임계치 설정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APM 도구: 스카우터(Scouter), 제니퍼(Jennifer)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→ 데이터베이스 접속, 자원 사용량, 응답 시간 등을 시각적으로 모니터링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736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핵심 암기 포인트 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12471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64008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EAI 구축 유형: 포·허·메·하 (Point-to-Point → Hub &amp; Spoke → Message Bus → Hybrid)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438912"/>
          </a:xfrm>
          <a:prstGeom prst="roundRect">
            <a:avLst>
              <a:gd name="adj" fmla="val 8333"/>
            </a:avLst>
          </a:prstGeom>
          <a:solidFill>
            <a:srgbClr val="E8E4D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1556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대칭키: AES(미국 표준), SEED·ARIA(국산) / 비대칭키: RSA(소인수분해), ECC(타원곡선)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91056"/>
            <a:ext cx="112471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91056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해시: SHA-256(256비트, 가장 널리 사용), MD5(취약)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66544"/>
            <a:ext cx="11247120" cy="438912"/>
          </a:xfrm>
          <a:prstGeom prst="roundRect">
            <a:avLst>
              <a:gd name="adj" fmla="val 8333"/>
            </a:avLst>
          </a:prstGeom>
          <a:solidFill>
            <a:srgbClr val="E8E4D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6654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네트워크 보안: IPSec(3계층), SSL/TLS(4~7계층), S-HTTP(HTTP 메시지 암호화)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112471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542032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5. 보안 공격 3종: SQL Injection, XSS, CSRF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1247120" cy="438912"/>
          </a:xfrm>
          <a:prstGeom prst="roundRect">
            <a:avLst>
              <a:gd name="adj" fmla="val 8333"/>
            </a:avLst>
          </a:prstGeom>
          <a:solidFill>
            <a:srgbClr val="E8E4D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175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6. 시큐어 코딩 7가지: 입보시에코캡API (입력데이터 검증, 보안기능, 시간및상태, 에러처리, 코드오류, 캡슐화, API오용)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112471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49300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7. 테스트 도구: xUnit(단위), STAF(분산), FitNesse(웹기반), Selenium(웹앱), watir(Ruby)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68496"/>
            <a:ext cx="11247120" cy="438912"/>
          </a:xfrm>
          <a:prstGeom prst="roundRect">
            <a:avLst>
              <a:gd name="adj" fmla="val 8333"/>
            </a:avLst>
          </a:prstGeom>
          <a:solidFill>
            <a:srgbClr val="E8E4DC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968496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131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8. REST vs SOAP: REST=경량/JSON/HTTP메서드, SOAP=무거움/XML/엄격한 표준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[5과목] 인터페이스 구현</dc:title>
  <dc:subject>정보처리기사 핵심 정리</dc:subject>
  <dc:creator>인터페이스 구현 정리</dc:creator>
  <cp:lastModifiedBy>인터페이스 구현 정리</cp:lastModifiedBy>
  <cp:revision>1</cp:revision>
  <dcterms:created xsi:type="dcterms:W3CDTF">2026-06-20T21:05:14Z</dcterms:created>
  <dcterms:modified xsi:type="dcterms:W3CDTF">2026-06-20T21:05:14Z</dcterms:modified>
</cp:coreProperties>
</file>