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46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6C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[3과목]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통합 구현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E5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정보처리기사 핵심 정리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645920" y="1005840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내외부 연계 메커니즘 (직접/간접 연계)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153619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미들웨어 유형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66544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06654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2066544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EAI (Enterprise Application Integration)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59689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45920" y="2596896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ESB (Enterprise Service Bus)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12724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3127248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웹 서비스 (SOAP, WSDL, UDDI)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45920" y="3657600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REST + HTTP Method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1879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45920" y="41879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교환 형식 (JSON vs XML)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718304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71830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645920" y="4718304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연계 테스트 &amp; 인터페이스 보안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5248656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" y="524865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45920" y="5248656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IPC (Inter-Process Communication)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5779008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0080" y="577900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645920" y="5779008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암기 포인트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내외부 연계 메커니즘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서로 다른 두 시스템이나 소프트웨어를 연결하여 데이터를 교환하고 연동하는 방식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직접 연계 방식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중간 매개체 없이 직접 연계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DB Link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DB Connection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API / Open 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JDBC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Hyper Link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장점: 개발비용 저렴, 속도 빠름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단점: 결합도 높음, 보안 취약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5778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09360" y="1600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간접 연계 방식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중간에 연계 서버(미들웨어) 사용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(EAI, ESB, Socket 등)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장점: 네트워크/프로토콜 연계 가능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  인터페이스 변경에 유연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단점: 구조 복잡, 성능 저하 우려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01-1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직접 연계 방식 상세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기술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DB Link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데이터베이스에서 제공하는 DB Link 객체를 이용하여 수신 시스템의 DB에 직접 접근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DB Connection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수신 시스템의 WAS에서 송신 시스템의 DB로 직접 연결 (DBMS Connection Pool 이용)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API / Open API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송신 시스템의 데이터베이스에서 데이터를 읽어와 제공하는 인터페이스 프로그램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JDBC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Java 언어로 다양한 종류의 데이터베이스에 접속하고 SQL문을 수행할 때 사용되는 표준 API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Hyper Link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현재 텍스트에서 다른 텍스트(문서)로 이동하는 연결 기능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미들웨어 (Middleware) 유형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운영체제와 응용 프로그램 사이에서 추가적인 서비스를 제공하는 소프트웨어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347472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DB 미들웨어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ODBC, JDBC 등 클라이언트-서버 간 미들웨어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RPC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원격 프로시저를 로컬 프로시저처럼 호출하는 미들웨어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MOM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메시지 기반의 비동기형 미들웨어. 즉각적인 응답이 필요 없는 환경에 적합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TP Monitor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온라인 트랜잭션을 처리 및 감시. 항공기 예약, 은행 등 대규모 거래 처리에 사용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ORB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 지향 미들웨어. CORBA 표준 스펙을 구현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WAS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동적 콘텐츠 처리를 위한 미들웨어 (Tomcat, WebLogic, JBoss 등)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EAI (Enterprise Application Integration)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기업 내 서로 다른 애플리케이션 및 시스템 간 데이터를 원활하게 통신할 수 있도록 묶어주는 통합 솔루션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3383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Point-to-Point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1:1 단순 통합 방식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가장 기초적. 변경·재사용 어려움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Hub &amp; Spoke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단일 접점인 허브 시스템을 통해 데이터 전송 (중앙 집중식)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허브 장애 시 전체 시스템 영향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Message Bus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애플리케이션 사이에 미들웨어(버스)를 두어 연계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확장성 뛰어남, 대용량 데이터 처리 용이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Hybrid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그룹 내 Hub &amp; Spoke, 그룹 간 Message Bus 방식 혼용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병목 현상 최소화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ESB (Enterprise Service Bus) &amp; EAI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ESB: 애플리케이션 간 연계, 데이터 변환, 웹 서비스 지원 등 표준 기반 인터페이스를 제공하는 솔루션 (SOA 기반)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EAI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ESB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통합 방식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애플리케이션 중심 (Point-to-Point)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서비스 중심 (Bus 방식)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결합도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높음 (Tightly Coupled)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낮음 (Loosely Coupled)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표준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벤더 종속적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표준 기술 기반 (XML, 웹 서비스)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확장성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제한적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유연한 확장 가능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웹 서비스 (Web Service)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네트워크 상에서 서로 다른 종류의 컴퓨터들 간에 상호작용을 하기 위한 소프트웨어 시스템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2560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요소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역할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SOAP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프로토콜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HTTP, HTTPS, SMTP 등을 사용하여 XML 기반 메시지를 교환하는 프로토콜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WSDL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언어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웹 서비스에 대한 상세 정보(서비스명, 위치, 메시지 포맷 등)를 기술한 XML 형식 언어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UDDI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레지스트리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WSDL을 등록하고 검색하기 위한 저장소 (공개적으로 접근 및 검색 가능)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8F0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웹 서비스 동작 흐름: 서비스 제공자 → UDDI에 WSDL 등록 → 서비스 요청자 UDDI에서 WSDL 검색 → SOAP으로 통신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REST (Representational State Transfer)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자원을 URI로 정의하고, HTTP Method로 상태(행위)를 명시하는 네트워크 아키텍처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2286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HTTP Method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CRUD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POST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Create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자원 생성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GET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Read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자원 조회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PUT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Update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자원 수정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DELETE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Delete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자원 삭제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9319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REST 특징: 무상태성(Stateless) · 캐시 처리 가능(Cacheable) · 클라이언트-서버 구조 · 균일한 인터페이스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주요 데이터 교환 형식 (JSON vs XML)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JSON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XML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정식 명칭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JavaScript Object Notation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eXtensible Markup Language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형태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속성-값 쌍 (Key-Value Pair)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 정의 태그 기반 마크업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가벼움, AJAX에서 주로 사용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확장성, 구조적 데이터 전달에 적합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가독성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간결하여 가독성이 좋음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태그가 많아 상대적으로 복잡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연계 테스트 &amp; 인터페이스 보안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연계 테스트 절차: ① 테스트 케이스 작성 → ② 테스트 수행 → ③ 결과 검증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보안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29260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내용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네트워크 영역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IPSec, SSL/TLS 등 보안 프로토콜로 데이터 암호화 전송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애플리케이션 영역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시큐어 코딩(Secure Coding) 가이드 적용으로 보안 취약점 제거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DB 암호화 방식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API 방식 / Plug-in 방식 / Hybrid 방식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감시 도구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스카우터(Scouter), 제니퍼(Jennifer)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4008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IPC (Inter-Process Communication)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프로세스들 사이에 데이터를 주고받는 행위 또는 그에 대한 방법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34747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방식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공유 메모리 (Shared Memory)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여러 프로세스가 동일한 메모리 영역을 공유하여 데이터를 교환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소켓 (Socket)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네트워크를 통해 서로 다른 컴퓨터(또는 프로세스) 간 통신 지원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세마포어 (Semaphore)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공유 자원에 대한 접근을 제어하기 위한 동기화 기법 (상호배제)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파이프 (Pipe)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하나의 프로세스가 쓰고 다른 프로세스가 읽는 단방향 통신 방식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메시지 큐 (Message Queue)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메시지를 큐에 저장하고 순서대로 읽는 비동기 통신 방식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EAI 4가지 유형: Point-to-Point → Hub &amp; Spoke → Message Bus → Hybrid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웹 서비스 3요소: SOAP(프로토콜), WSDL(언어), UDDI(레지스트리)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9384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929384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REST HTTP Method-CRUD: POST=Create, GET=Read, PUT=Update, DELETE=Delete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59736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459736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미들웨어 유형: DB, RPC, MOM, TP Monitor, ORB, WAS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90088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990088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직접 연계 vs 간접 연계: 직접(빠르지만 결합도↑) / 간접(유연하지만 복잡)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EAI vs ESB: EAI는 애플리케이션 중심·높은 결합도, ESB는 서비스 중심·낮은 결합도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50792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4050792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7. 연계 테스트 절차: 케이스 작성 → 테스트 수행 → 결과 검증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81144"/>
            <a:ext cx="11247120" cy="475488"/>
          </a:xfrm>
          <a:prstGeom prst="roundRect">
            <a:avLst>
              <a:gd name="adj" fmla="val 9615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4581144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8. DB 암호화 방식: API 방식 / Plug-in 방식 / Hybrid 방식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Office PowerPoint</Application>
  <PresentationFormat>와이드스크린</PresentationFormat>
  <Paragraphs>215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[3과목] 통합 구현</dc:title>
  <dc:subject>정보처리기사 핵심 정리</dc:subject>
  <dc:creator>통합 구현 정리</dc:creator>
  <cp:lastModifiedBy>성종 손</cp:lastModifiedBy>
  <cp:revision>2</cp:revision>
  <dcterms:created xsi:type="dcterms:W3CDTF">2026-06-20T20:44:43Z</dcterms:created>
  <dcterms:modified xsi:type="dcterms:W3CDTF">2026-06-20T21:09:02Z</dcterms:modified>
</cp:coreProperties>
</file>