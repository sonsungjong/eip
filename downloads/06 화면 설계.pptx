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[6과목]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화면 설계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정보처리기사 핵심 정리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472C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UI와 UX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447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44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UI 설계 원칙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883664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8366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88366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화면 설계 산출물 (UI 설계 도구)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225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32257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UI 설계 프로세스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761488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61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7614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품질 요구사항 (ISO/IEC 9126)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UI 테스트 기법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639312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3931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6393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웹/모바일 화면 설계 시 고려사항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4078224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7822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07822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HCI &amp; 감성공학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4517136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4472C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51713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451713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  UI와 UX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UI (사용자 인터페이스):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사람과 시스템 간 의사소통을 위한 물리적·가상적 매개체 (버튼, 레이아웃, 화면 구조 등)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UX (사용자 경험):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사용자가 시스템을 이용하면서 느끼고 생각하는 총체적인 경험. UI를 포함하는 더 넓은 개념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UI 유형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2560320"/>
        </p:xfrm>
        <a:graphic>
          <a:graphicData uri="http://schemas.openxmlformats.org/drawingml/2006/table">
            <a:tbl>
              <a:tblPr/>
              <a:tblGrid>
                <a:gridCol w="1097280"/>
                <a:gridCol w="4389120"/>
                <a:gridCol w="274320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예시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CLI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명령어를 텍스트로 직접 입력하여 조작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DOS, 리눅스 터미널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GUI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그래픽(아이콘, 메뉴 등)을 사용하여 마우스로 조작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Windows, macOS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NUI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사용자의 말, 몸짓 등 자연스러운 행동으로 조작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음성 인식, 제스처 인식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OUI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입력장치가 곡면이나 유연한 디스플레이 등 유기적 형태를 가짐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플렉서블 디스플레이, 웨어러블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  UI 설계 원칙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BF5FB"/>
          </a:solidFill>
          <a:ln w="12700">
            <a:solidFill>
              <a:srgbClr val="D1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직관성 (Intuitiveness)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누구나 쉽게 이해하고 사용할 수 있어야 한다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E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유효성 (Effectiveness)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사용자의 목적을 정확하고 완벽하게 달성할 수 있어야 한다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BF5FB"/>
          </a:solidFill>
          <a:ln w="12700">
            <a:solidFill>
              <a:srgbClr val="D1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학습성 (Learnability)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누구나 쉽게 배우고 익힐 수 있어야 한다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E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유연성 (Flexibility)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사용자의 요구사항을 최대한 수용하고, 오류를 최소화해야 한다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  화면 설계 산출물 (UI 설계 도구)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종류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 및 특징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와이어프레임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(Wireframe)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기획 단계 초기에 제작하는 화면 단위의 뼈대(레이아웃) 스케치. 선과 도형으로 화면의 구조만 단순하게 표현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목업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(Mockup)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와이어프레임보다 실제 화면과 유사하게 만든 정적인 형태의 모형. 시각적 디자인이 적용되지만 동적 기능은 없음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스토리보드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(Storyboard)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와이어프레임에 콘텐츠 설명, 페이지 간 이동 흐름 등을 추가한 문서. 디자이너와 개발자가 최종 참고하는 작업 지침서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프로토타입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(Prototype)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인터랙션을 적용하여 실제 구현된 것처럼 테스트가 가능한 동적인 형태의 모형. 사용성 테스트나 요구사항 검증용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유스케이스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(Use Case)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 측면에서의 요구사항으로, 사용자가 목표를 달성하기 위해 수행할 내용을 기술한 것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산출물 발전 순서: 와이어프레임 → 목업 → 스토리보드 → 프로토타입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  UI 설계 프로세스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문제 정의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914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시스템의 목적과 사용자의 요구사항 파악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18488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5727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모델 조사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15727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타겟 사용자의 특성, 환경, 숙련도 등 분석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768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23113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작업 분석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223113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사용자가 시스템을 통해 수행할 작업의 순서와 절차 분석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35224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35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88950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컴퓨터 오브젝트 및 기능 정의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288950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작업에 필요한 화면 요소와 기능 정의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93592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93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54787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인터페이스 정의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354787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화면 디자인 및 레이아웃 설계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457200" cy="457200"/>
          </a:xfrm>
          <a:prstGeom prst="ellipse">
            <a:avLst/>
          </a:prstGeom>
          <a:solidFill>
            <a:srgbClr val="4472C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206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디자인 평가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4206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설계된 UI의 사용성 및 문제점 평가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  품질 요구사항 (ISO/IEC 9126)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소프트웨어의 품질 특성을 평가하기 위한 국제 표준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7432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3918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품질 특성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기능성 (Functionality)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요구사항을 정확하게 만족하는 기능을 제공하는 능력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신뢰성 (Reliability)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규정된 조건에서 주어진 기간 동안 오류 없이 기능을 수행하는 능력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사용성 (Usability)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사용자가 쉽게 이해하고, 배우고, 사용할 수 있는 능력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효율성 (Efficiency)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할당된 시간과 자원 내에서 적절한 성능을 제공하는 능력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유지보수성 (Maintainability)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요구사항 변경, 오류 수정 등 환경 변화에 소프트웨어를 쉽게 수정할 수 있는 능력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이식성 (Portability)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다양한 하드웨어/소프트웨어 환경으로 쉽게 이전할 수 있는 능력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DBEAFE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암기: 기·신·사·효·유·이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기능성 · 신뢰성 · 사용성 · 효율성 · 유지보수성 · 이식성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  UI 테스트 기법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56032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기법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사용성 테스트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(Usability Test)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실제 사용자가 직접 제품을 사용하면서 문제점을 찾는 테스트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휴리스틱 평가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(Heuristic Evaluation)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전문가가 경험적 원칙(휴리스틱)에 기반하여 UI의 문제점을 평가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A/B 테스트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두 가지 이상의 디자인 안(A안, B안)을 실제 사용자에게 노출하여 성과를 비교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주요 포인트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사용성 테스트: 실제 사용자 참여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휴리스틱 평가: 전문가의 경험적 검토 (빠르고 저비용)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A/B 테스트: 데이터 기반 디자인 의사결정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07  웹/모바일 화면 설계 시 고려사항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164592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항목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반응형 웹 (Responsive Web)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디스플레이 종류에 따라 화면 크기가 자동으로 최적화되는 웹 구현 기법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크로스 브라우징 (Cross Browsing)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서로 다른 브라우저에서도 동일한 화면과 기능을 제공하는 웹 표준 기술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웹 접근성 (Web Accessibility)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장애인이나 고령자 등도 웹 정보에 동등하게 접근하고 이해할 수 있도록 보장하는 것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웹 접근성 지침 (WCAG) 4가지 원칙</a:t>
            </a:r>
            <a:endParaRPr lang="en-US" sz="15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8229600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원칙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설명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인식의 용이성 (Perceivable)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모든 콘텐츠는 사용자가 인식할 수 있어야 함 (대체 텍스트, 자막 등)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운용의 용이성 (Operable)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사용자 인터페이스 구성요소는 조작 가능하고 내비게이션할 수 있어야 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이해의 용이성 (Understandable)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정보와 사용자 인터페이스 조작은 이해할 수 있어야 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견고성 (Robust)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다양한 사용자 에이전트(보조 기술 포함)에서 해석될 수 있어야 함</a:t>
                      </a:r>
                      <a:endParaRPr lang="en-US" sz="11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08  HCI &amp; 감성공학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EBF5FB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HCI (Human Computer Interaction)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사람과 컴퓨터 사이의 상호작용을 연구하여, 사람들이 컴퓨터 시스템을 더 쉽고 편리하게 사용할 수 있도록 시스템을 디자인하고 평가하는 학문입니다.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감성공학 (Kansei Engineering)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인간의 감성(느낌, 이미지 등)을 정량적으로 측정하고 분석하여, 이를 제품이나 환경 설계에 반영하는 기술입니다. 인간의 삶의 질을 향상시키는 것이 목적입니다.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두 개념 모두 사용자 중심의 시스템/제품 설계를 추구한다는 공통점이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 핵심 암기 포인트 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UI 유형: CLI(명령어) → GUI(그래픽) → NUI(자연스러운 행동) → OUI(유기적 형태)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7276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UI 설계 원칙: 직관성, 유효성, 학습성, 유연성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31136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31136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산출물 순서: 와이어프레임(뼈대) → 목업(정적 모형) → 스토리보드(작업 지침서) → 프로토타입(동적 모형)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9504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9504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ISO/IEC 9126 품질 특성: 기능성, 신뢰성, 사용성, 효율성, 유지보수성, 이식성 (기·신·사·효·유·이)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47872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5478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웹 접근성(WCAG) 4원칙: 인식의 용이성, 운용의 용이성, 이해의 용이성, 견고성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6. 스토리보드 = 디자이너와 개발자가 최종 참고하는 작업 지침서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[6과목] 화면 설계</dc:title>
  <dc:subject>정보처리기사 시험 대비 핵심 요약</dc:subject>
  <dc:creator>정보처리기사 핵심 정리</dc:creator>
  <cp:lastModifiedBy>정보처리기사 핵심 정리</cp:lastModifiedBy>
  <cp:revision>1</cp:revision>
  <dcterms:created xsi:type="dcterms:W3CDTF">2026-06-26T22:15:23Z</dcterms:created>
  <dcterms:modified xsi:type="dcterms:W3CDTF">2026-06-26T22:15:23Z</dcterms:modified>
</cp:coreProperties>
</file>