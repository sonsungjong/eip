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113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6C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[1과목]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요구사항 확인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E5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정보처리기사 핵심 정리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2471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0" y="822960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 생명 주기 (SDLC)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112471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298448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애자일 방법론 - XP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112471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773936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1773936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애자일 방법론 - 스크럼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49424"/>
            <a:ext cx="112471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249424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2249424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요구사항 분류 및 비기능적 요구사항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24912"/>
            <a:ext cx="112471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724912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2724912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요구사항 개발 프로세스 (도·분·명·확)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112471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3200400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요구사항 확인 기법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675888"/>
            <a:ext cx="112471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675888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3675888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UML 관계 6종 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151376"/>
            <a:ext cx="112471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" y="4151376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4151376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UML 다이어그램 종류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626864"/>
            <a:ext cx="112471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0080" y="4626864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54480" y="4626864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UI 설계 도구 및 원칙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5102352"/>
            <a:ext cx="112471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40080" y="5102352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54480" y="5102352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암기 포인트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59436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00200" y="2286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 생명 주기 (SDLC)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소프트웨어를 개발하기 위한 설계, 운용, 유지보수 등의 전 과정을 각 단계별로 나눈 모델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35661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모형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특징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주요 목적 / 단점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폭포수 (Waterfall)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선형 순차적 진행. 이전 단계 완벽 종료 후 다음 단계 진행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가장 전통적. 요구사항 변경 어려움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프로토타이핑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시제품(프로토타입)을 만들어 최종 결과물을 예측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 요구사항 파악에 유용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나선형 (Spiral)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반복적 작업으로 점진적 개발 (Boehm 제안)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위험 최소화가 목적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애자일 (Agile)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일정한 주기를 반복하며 유연하게 대응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고객 요구사항 변화에 강함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59436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00200" y="2286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XP (eXtreme Programming)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고객의 요구사항 변화에 유연하게 대응하기 위해 고객 참여와 개발 과정의 반복을 극대화한 방법론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XP의 5가지 핵심 가치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의사소통(Communication) · 단순성(Simplicity) · 용기(Courage) · 존중(Respect) · 피드백(Feedback)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XP의 주요 실천 방법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11247120" cy="26060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실천 방법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TDD (테스트 주도 개발)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코드 작성 전 테스트 케이스를 먼저 작성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페어 프로그래밍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두 명의 개발자가 한 컴퓨터로 함께 개발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CI (지속적 통합)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매일 여러 번 소스를 통합하고 빌드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리팩토링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기능 변경 없이 내부 구조를 개선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소규모 릴리즈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작은 단위로 자주 제품을 릴리즈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코드 공동 소유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모든 팀원이 코드 수정 가능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온사이트 고객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고객이 개발팀과 함께 상주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단순한 설계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현재 요구사항에만 집중한 최소 설계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59436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00200" y="2286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스크럼 (Scrum)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팀원 스스로 스크럼 팀을 구성하고 개발 작업에 관한 모든 것을 스스로 해결하는 방법론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주요 용어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용어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제품 백로그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개발에 필요한 모든 요구사항을 우선순위에 따라 나열한 목록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스프린트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2~4주 정도의 짧은 개발 기간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스프린트 백로그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스프린트 목표 달성을 위해 선택한 제품 백로그 항목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일일 스크럼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매일 15분 정도 진행하는 짧은 진행 상황 점검 회의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5204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스크럼 이벤트 4종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11247120" cy="14478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이벤트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스프린트 계획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스프린트 목표 및 백로그 선정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일일 스크럼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매일 15분, 진행 상황 점검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스프린트 검토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스프린트 결과물을 고객에게 시연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스프린트 회고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프로세스 개선을 위한 팀 내부 회의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59436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00200" y="2286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요구사항 분류 및 비기능적 </a:t>
            </a:r>
            <a:r>
              <a:rPr lang="en-US" sz="2200" b="1" dirty="0" err="1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요구사항</a:t>
            </a:r>
            <a:r>
              <a:rPr lang="en-US" sz="22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1371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예시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기능적 요구사항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시스템이 무엇을 하는지, 어떤 기능을 하는지에 대한 사항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결제 기능, 장바구니 추가, 회원가입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비기능적 요구사항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성능, 보안, 인터페이스, 테스트 등 품질에 대한 제약사항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응답 시간 2초 이내, 동시 접속자 1000명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비기능적 요구사항 유형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11247120" cy="2285997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 포인트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성능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처리 속도, 응답 시간, 처리량 등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응답 시간 → 성능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자원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CPU, 메모리, 저장 공간, 네트워크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메모리/CPU → 자원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운영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로그, 모니터링, 백업, 장애 대응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로그/모니터링 → 운영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보안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인증, 권한, 암호화, 접근 통제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인증/암호화 → 보안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이식성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다른 환경으로 이전/설치 가능 여부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Windows + Linux → 이식성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유지보수성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수정, 확장, 장애 분석이 쉬운 구조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모듈 수정 용이 → 유지보수성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59436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00200" y="2286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요구사항 개발 프로세스 (도·분·명·확)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4023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단계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주요 활동 / 도구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도출 (Elicitation)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요구사항이 어디에 있는지, 어떻게 수집할 것인지 식별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인터뷰, 설문조사, 브레인스토밍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분석 (Analysis)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도출된 요구사항의 타당성을 조사하고 비용·일정을 파악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DFD, 자료 사전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명세 (Specification)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분석된 요구사항을 바탕으로 모델 작성 및 문서화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정형( Z, VDM ) / 비정형( 자연어, 그림 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확인 (Validation)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개발된 요구사항 명세서가 고객의 요구를 정확히 반영했는지 검토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동료 검토, 워크스루, 인스펙션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59436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00200" y="2286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요구사항 확인 기법 3종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27432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기법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특징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동료 검토 (Peer Review)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요구사항 명세서 작성자가 직접 설명하고 동료들이 검토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비교적 간단한 검토 방법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워크스루 (Walk Through)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검토 자료를 사전 배포 후 회의를 통해 오류를 조기에 검출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비공식적 검토 방법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인스펙션 (Inspection)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작성자 외 전문 검토 그룹이 공식 절차에 따라 검토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가장 공식적이고 체계적인 방법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4048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E8F0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인스펙션이 가장 공식적이고 체계적인 확인 기법입니다.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워크스루는 비공식적이며, 동료 검토는 비교적 간단합니다.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59436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00200" y="2286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UML 관계 6</a:t>
            </a:r>
            <a:r>
              <a:rPr lang="en-US" sz="2200" b="1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종 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3291841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관계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표기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연관 (Association)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클래스 간 서로 참조하는 관계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실선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집합 (Aggregation)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전체-부분 관계. 부분이 독립적으로 존재 가능 (약한 결합)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빈 마름모 + 실선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포함 (Composition)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전체-부분 관계. 부분이 독립적으로 존재 불가 (강한 결합)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채운 마름모 + 실선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의존 (Dependency)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한 클래스가 다른 클래스를 일시적으로 사용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점선 화살표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실체화 (Realization)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인터페이스를 구현(implement)하는 관계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점선 + 빈 삼각형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일반화 (Generalization)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상속(is-a) 관계. 부모 ↔ 자식 클래스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실선 + 빈 삼각형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9768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40080" y="429768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집합 vs 포함: 자동차+타이어 → 집합 | 자동차+엔진 → 포함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59436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00200" y="2286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UML 다이어그램 종류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구조적(정적) 다이어그램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16459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다이어그램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클래스 (Class)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시스템을 구성하는 클래스와 그들 간의 관계 표현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객체 (Object)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특정 시점의 객체와 객체 사이의 관계 표현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컴포넌트 (Component)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실제 구현 모듈인 컴포넌트 간의 관계 표현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배치 (Deployment)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물리적 요소들의 위치 표현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행위적(동적) 다이어그램</a:t>
            </a:r>
            <a:endParaRPr lang="en-US" sz="15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11247120" cy="16459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다이어그램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유스케이스 (Use Case)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 관점에서 시스템의 활동을 표현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시퀀스 (Sequence)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객체 간 메시지 순서를 시간 흐름에 따라 표현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상태 (State)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객체가 속한 클래스의 상태 변화를 표현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활동 (Activity)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시스템의 처리 로직이나 흐름을 표현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59436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00200" y="2286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UI 설계 도구 및 원칙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UI 유형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1463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유형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예시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CLI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텍스트 명령어 입력 방식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터미널, CMD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GUI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그래픽 기반 아이콘 조작 방식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Windows, macOS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NUI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신체 동작·음성 인식 방식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터치스크린, 음성인식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VUI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음성 명령 방식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Siri, Alexa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788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UI 설계 도구</a:t>
            </a:r>
            <a:endParaRPr lang="en-US" sz="15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1124712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도구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와이어프레임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기획 단계에서 레이아웃을 선(wire)으로만 표현한 뼈대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목업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실제 화면처럼 시각적으로 구현한 정적인 모형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스토리보드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화면 흐름과 UI 요소를 순서대로 정리한 문서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프로토타입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실제 동작하는 것처럼 인터랙션을 구현한 시제품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73152" cy="594360"/>
          </a:xfrm>
          <a:prstGeom prst="rect">
            <a:avLst/>
          </a:prstGeom>
          <a:solidFill>
            <a:srgbClr val="A573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09-1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00200" y="2286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UI 설계 원칙 (직·유·학·유)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직관성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51760" y="9144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Intuitiveness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91440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누구나 쉽게 이해하고 사용할 수 있어야 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유효성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51760" y="18288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Validity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182880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사용자의 목적을 정확하게 달성할 수 있도록 유용해야 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학습성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51760" y="27432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Learnability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274320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누구나 쉽게 배우고 익힐 수 있어야 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유연성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651760" y="36576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Flexibility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365760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사용자의 요구사항을 최대한 수용하며, 오류를 최소화해야 함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핵심 암기 포인트 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SDLC 4가지: 폭포수(선형) → 프로토타이핑(시제품) → 나선형(위험중심) → 애자일(유연)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16152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E8E4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" y="1216152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XP 5대 가치: 의사소통, 단순성, 용기, 존중, 피드백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55064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655064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스크럼 이벤트 4종: 스프린트 계획 → 일일 스크럼 → 스프린트 검토 → 스프린트 회고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93976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E8E4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209397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비기능적 요구사항: 성능(응답시간), 자원(메모리), 운영(로그), 보안, 이식성, 유지보수성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94360" y="2532888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5. 요구사항 개발 프로세스: 도출 → 분석 → 명세 → 확인 (도·분·명·확)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E8E4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94360" y="2971800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6. UML 관계 6종: 연관, 집합, 포함, 의존, 실체화, 일반화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10712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94360" y="3410712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7. UML 다이어그램: 구조적(클래스, 객체, 컴포넌트, 배치) / 행위적(유스케이스, 시퀀스, 상태, 활동)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49624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E8E4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94360" y="3849624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8. UI 설계 도구 순서: 와이어프레임 → 목업 → 스토리보드 → 프로토타입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88536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94360" y="428853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9. UI 설계 원칙: 직관성, 유효성, 학습성, 유연성 (직·유·학·유)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1249</Words>
  <Application>Microsoft Office PowerPoint</Application>
  <PresentationFormat>와이드스크린</PresentationFormat>
  <Paragraphs>271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NanumGothic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[1과목] 요구사항 확인</dc:title>
  <dc:subject>정보처리기사 핵심 정리</dc:subject>
  <dc:creator>요구사항 확인 정리</dc:creator>
  <cp:lastModifiedBy>성종 손</cp:lastModifiedBy>
  <cp:revision>4</cp:revision>
  <dcterms:created xsi:type="dcterms:W3CDTF">2026-06-20T21:01:32Z</dcterms:created>
  <dcterms:modified xsi:type="dcterms:W3CDTF">2026-06-20T21:09:39Z</dcterms:modified>
</cp:coreProperties>
</file>