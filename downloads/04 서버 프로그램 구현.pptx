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35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6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[4과목]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서버 프로그램 구현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E5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1887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모듈과 성능 평가 (결합도·응집도·Fan-In/Out)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모듈 명세 기법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코드(Code) 종류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2461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객체지향(Object-Oriented) 개념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9319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SOLID 설계 원칙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46177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GoF 디자인 패턴 (23개)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3035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암기 포인트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모듈과 성능 평가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모듈(Module)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설계에서 기능 단위로 분해하고 추상화되어 재사용 및 공유 가능한 수준으로 만들어진 단위입니다.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모듈의 독립성은 결합도(Coupling)와 응집도(Cohesion)에 의해 측정됩니다.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E8F0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좋은 설계의 조건: 결합도는 약하게(낮게), 응집도는 강하게(높게), 모듈 크기는 작게!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Fan-In / Fan-Out 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좋은 방향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5736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Fan-In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어떤 모듈을 호출하는 모듈의 수 (재사용성 지표)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높을수록 좋음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5736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Fan-Out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어떤 모듈이 호출하는 모듈의 수 (복잡도 지표)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낮을수록 좋음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01-1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결합도 (Coupling) — 낮을수록 좋음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모듈 간에 상호 의존하는 정도 (암기: 데·스·제·외·공·내)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결합도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(Data)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모듈 간에 매개변수로 데이터만 주고받는 상태 — 가장 좋음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스탬프 (Stamp)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배열이나 레코드 등의 자료 구조가 전달되는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제어 (Control)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제어 신호(Control Signal)를 전달하여 통제하는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외부 (External)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어떤 모듈에서 선언한 데이터를 외부의 다른 모듈에서 참조하는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공통 (Common)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전역 변수를 참조하고 갱신하는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 (Content)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다른 모듈 내부에 있는 변수나 기능을 직접 참조/수정하는 상태 — 가장 나쁨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01-2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응집도 (Cohesion) — 높을수록 좋음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모듈 내부의 구성 요소들이 서로 관련되어 있는 정도 (암기: 우·논·시·절·통·순·기)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39547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응집도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우연적 (Coincidental)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아무 관련 없는 요소들이 모인 상태 — 가장 나쁨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논리적 (Logical)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유사한 성격을 갖거나 특정 형태로 분류되는 처리 요소들이 모인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시간적 (Temporal)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시간에 처리되어야 하는 활동들을 모은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절차적 (Procedural)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모듈 안의 다수 관련 기능들이 순차적으로 수행되는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통신적 (Communicational)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동일한 입출력을 사용하여 서로 다른 기능을 수행하는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순차적 (Sequential)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활동의 출력값을 다음 활동의 입력 데이터로 사용하는 상태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기능적 (Functional)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모듈 내부의 모든 기능이 단일한 목적을 위해 수행되는 상태 — 가장 좋음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모듈 명세 기법의 </a:t>
            </a:r>
            <a:r>
              <a:rPr lang="en-US" sz="2600" b="1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여러 프로그램에서 공통으로 사용할 수 있는 모듈의 명세 작성 시 지켜야 할 원칙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505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정확성 (Correctness)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 구현 시 해당 기능이 필요하다는 것을 알 수 있도록 정확히 작성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명확성 (Clarity)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해당 기능을 이해할 때 중의적으로 해석되지 않도록 명확히 작성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완전성 (Completeness)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 구현 시 필요한 모든 것을 기술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일관성 (Consistency)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공통 기능들 간에 상호 충돌이 발생하지 않도록 작성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추적성 (Traceability)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기능에 대한 요구사항의 출처, 관련 시스템 등의 관계를 파악할 수 있도록 작성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(Code) </a:t>
            </a:r>
            <a:r>
              <a:rPr lang="en-US" sz="2600" b="1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종류</a:t>
            </a: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자료의 분류, 조합, 집계, 추출을 용이하게 하기 위해 사용하는 기호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5661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 종류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순차 코드 (Sequence)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일정 기준에 따라 차례로 일련번호 부여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1, 2, 3, 4…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블록 코드 (Block)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공통 성질에 따라 블록으로 구분하고 일련번호 부여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1001~1100: 영업부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10진 코드 (Decimal)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10진 분할 방식을 이용하여 항목에 코드 부여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000: 총류, 100: 철학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그룹 분류 코드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대·중·소 분류 등으로 구분하여 코드 부여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1-01-001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연상 코드 (Mnemonic)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대상 항목의 명칭이나 약호와 관계있는 코드 부여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TV-40: 40인치 TV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표의 숫자 코드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대상 항목의 성질(물리적 수치)을 코드에 그대로 반영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120-720-300: 사이즈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합성 코드 (Combined)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2개 이상의 코드를 조합하여 사용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연상코드 + 순차코드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객체지향(Object-Oriented) 기본 구성요소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구성요소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 (Class)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같은 종류의 집단에 속하는 속성과 행위를 정의한 것. 객체의 설계도(틀)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(Object)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클래스의 인스턴스. 속성(Attribute)과 메서드(Method)로 구성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메서드 (Method)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객체가 수행할 수 있는 동작(행위). 객체의 속성을 조작하는 연산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메시지 (Message)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객체에게 어떤 행위를 하도록 지시하는 명령. 객체 간 상호작용 수단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인스턴스 (Instance)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클래스에 속한 각각의 개별 객체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속성 (Attribute)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객체가 가지고 있는 데이터(상태 정보)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04-1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객체지향의 특징 (캡·상·다·추·정)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캡슐화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097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10972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속성과 관련된 연산을 하나로 묶고, 외부의 불법적인 접근을 막음. 결합도↓, 재사용 용이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상위 클래스의 속성과 메서드를 하위 클래스가 물려받는 것. 재사용성↑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다형성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26517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메시지에 대해 각 객체가 고유한 방식으로 응답할 수 있는 능력 (오버로딩, 오버라이딩)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추상화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4290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34290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불필요한 세부사항을 제거하고 공통적인 특성을 추출하여 정의하는 것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 은닉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4206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Information Hiding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42062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객체에게 자신의 정보를 숨기고, 자신의 연산만을 통하여 접근을 허용 (캡슐화의 핵심)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04-2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오버로딩 vs </a:t>
            </a:r>
            <a:r>
              <a:rPr lang="en-US" sz="2600" b="1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오버라이딩</a:t>
            </a: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3840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오버로딩 (Overloading)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오버라이딩 (Overriding)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같은 이름의 메서드를 매개변수의 유형·개수를 다르게 하여 여러 개 정의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상위 클래스의 메서드를 하위 클래스에서 재정의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메서드 이름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매개변수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다름 (개수, 타입, 순서)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리턴 타입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관계없음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적용 범위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같은 클래스 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상속 관계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객체지향 설계 5원칙 (SOLID) 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38404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약자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단일 책임 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SRP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객체는 단 하나의 책임만 가져야 한다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개방-폐쇄 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OCP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기존 코드를 변경하지 않고 기능을 추가할 수 있어야 한다 (확장에 Open, 수정에 Close)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리스코프 치환 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LSP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자식 클래스는 부모 클래스의 역할을 완벽히 대체할 수 있어야 한다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인터페이스 분리 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ISP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자신이 사용하지 않는 인터페이스와 의존 관계를 맺거나 영향을 받지 않아야 한다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의존 역전 원칙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DIP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변화하기 어려운 것(추상 클래스, 인터페이스)에 의존해야 한다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06-1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GoF 디자인 패턴 - 생성 패턴 (Creational) 5개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객체 생성에 관련된 패턴 (암기: 빌·프·팩·앱·싱)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779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패턴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Builder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복잡한 인스턴스를 조립하여 만드는 구조. 생성과 표기를 분리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Prototype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원본 객체를 복제(Clone)하여 생성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Factory Method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생성을 서브 클래스에서 위임하여 처리 (가상 생성자)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Abstract Factory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구체적인 클래스에 의존하지 않고 인터페이스를 통해 연관/의존 객체 그룹을 생성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Singleton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어떤 클래스의 인스턴스가 오직 하나임을 보장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06-2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GoF 디자인 패턴 - 구조 패턴 (Structural) 7개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클래스나 객체를 조합해 더 큰 구조를 만드는 패턴 (암기: 어·브·컴·데·퍼·플·프)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6347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패턴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Adapter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호환성이 없는 기존 클래스의 인터페이스를 변환하여 재사용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Bridge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구현부에서 추상층을 분리하여 각자 독립적으로 확장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Composite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객체들의 관계를 트리 구조로 구성하여 부분-전체 계층을 표현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Decorator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객체의 결합을 통해 기능을 동적으로 유연하게 확장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Facade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복잡한 서브 클래스들을 피해 상위에 단순한 인터페이스 제공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Flyweight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인스턴스를 가능한 한 공유해서 사용하여 메모리 절약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Proxy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객체로의 접근을 제어하기 위한 대리자 역할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06-3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GoF 디자인 패턴 - 행위 패턴 (Behavioral) 11개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객체나 클래스 사이의 알고리즘이나 책임 분배에 관련된 패턴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92582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패턴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Observer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객체의 상태 변화 시 의존하는 다른 객체들에게 자동 통보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State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객체의 상태에 따라 행위 내용을 변경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Strategy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동일한 계열의 알고리즘을 캡슐화하여 상호 교체 가능하게 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Template Method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상위 클래스에서 골격(뼈대)을 정의하고, 하위 클래스에서 세부 처리를 구현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Command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요청(명령)을 객체로 캡슐화하여 매개변수화, 로깅, 취소 가능하게 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Iterator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컬렉션의 내부 구조를 노출하지 않고 순차적으로 접근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Mediator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간의 상호작용을 중재자 객체에 캡슐화하여 결합도↓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Memento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객체의 이전 상태를 저장(기록)하여 나중에 복원할 수 있게 함 (Undo 기능)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Chain of Responsibility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요청을 처리할 수 있는 객체가 둘 이상이면 한 객체에서 처리 못 하면 다음 객체로 전달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Visitor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처리 기능을 분리하여 별도의 클래스를 만들고, 해당 클래스의 메서드가 각 클래스를 방문하며 처리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Interpreter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문법 규칙을 클래스화한 구조. 언어의 문법을 해석하는 패턴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결합도 순서: 데이터 &lt; 스탬프 &lt; 제어 &lt; 외부 &lt; 공통 &lt; 내용 (낮을수록 좋음)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응집도 순서: 우연적 &lt; 논리적 &lt; 시간적 &lt; 절차적 &lt; 통신적 &lt; 순차적 &lt; 기능적 (높을수록 좋음)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Fan-In은 높게, Fan-Out은 낮게 설계한다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SOLID 원칙: SRP(단일책임), OCP(개방폐쇄), LSP(리스코프치환), ISP(인터페이스분리), DIP(의존역전)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오버로딩 vs 오버라이딩: 오버로딩=같은 클래스/매개변수 다름, 오버라이딩=상속관계/재정의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디자인 패턴 분류: 생성(5) + 구조(7) + 행위(11) = 총 23개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코드 종류: 순차, 블록, 10진, 그룹분류, 연상, 표의숫자, 합성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공통 모듈 명세 원칙: 정확성, 명확성, 완전성, 일관성, 추적성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1455</Words>
  <Application>Microsoft Office PowerPoint</Application>
  <PresentationFormat>와이드스크린</PresentationFormat>
  <Paragraphs>270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[4과목] 서버 프로그램 구현</dc:title>
  <dc:subject>정보처리기사/산업기사 대비</dc:subject>
  <dc:creator>서버 프로그램 구현 정리</dc:creator>
  <cp:lastModifiedBy>성종 손</cp:lastModifiedBy>
  <cp:revision>2</cp:revision>
  <dcterms:created xsi:type="dcterms:W3CDTF">2026-06-20T20:40:29Z</dcterms:created>
  <dcterms:modified xsi:type="dcterms:W3CDTF">2026-06-20T21:08:53Z</dcterms:modified>
</cp:coreProperties>
</file>